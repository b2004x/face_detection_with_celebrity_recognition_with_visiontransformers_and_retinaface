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27"/>
  </p:notesMasterIdLst>
  <p:sldIdLst>
    <p:sldId id="256" r:id="rId2"/>
    <p:sldId id="258" r:id="rId3"/>
    <p:sldId id="259" r:id="rId4"/>
    <p:sldId id="287" r:id="rId5"/>
    <p:sldId id="284" r:id="rId6"/>
    <p:sldId id="314" r:id="rId7"/>
    <p:sldId id="315" r:id="rId8"/>
    <p:sldId id="323" r:id="rId9"/>
    <p:sldId id="331" r:id="rId10"/>
    <p:sldId id="332" r:id="rId11"/>
    <p:sldId id="285" r:id="rId12"/>
    <p:sldId id="308" r:id="rId13"/>
    <p:sldId id="333" r:id="rId14"/>
    <p:sldId id="313" r:id="rId15"/>
    <p:sldId id="316" r:id="rId16"/>
    <p:sldId id="290" r:id="rId17"/>
    <p:sldId id="291" r:id="rId18"/>
    <p:sldId id="321" r:id="rId19"/>
    <p:sldId id="326" r:id="rId20"/>
    <p:sldId id="334" r:id="rId21"/>
    <p:sldId id="317" r:id="rId22"/>
    <p:sldId id="319" r:id="rId23"/>
    <p:sldId id="328" r:id="rId24"/>
    <p:sldId id="327" r:id="rId25"/>
    <p:sldId id="320" r:id="rId26"/>
  </p:sldIdLst>
  <p:sldSz cx="9144000" cy="5143500" type="screen16x9"/>
  <p:notesSz cx="6858000" cy="9144000"/>
  <p:embeddedFontLst>
    <p:embeddedFont>
      <p:font typeface="Bebas Neue" panose="020B0600070205080204" charset="0"/>
      <p:regular r:id="rId28"/>
    </p:embeddedFont>
    <p:embeddedFont>
      <p:font typeface="Mulish" panose="020B0600070205080204" charset="0"/>
      <p:regular r:id="rId29"/>
      <p:bold r:id="rId30"/>
      <p:italic r:id="rId31"/>
      <p:boldItalic r:id="rId32"/>
    </p:embeddedFont>
    <p:embeddedFont>
      <p:font typeface="Quicksand" panose="020B0600070205080204" charset="0"/>
      <p:regular r:id="rId33"/>
      <p:bold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1FD481C-466C-41D3-BA36-01AD030E0A78}">
  <a:tblStyle styleId="{11FD481C-466C-41D3-BA36-01AD030E0A7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50" autoAdjust="0"/>
    <p:restoredTop sz="94660"/>
  </p:normalViewPr>
  <p:slideViewPr>
    <p:cSldViewPr snapToGrid="0">
      <p:cViewPr varScale="1">
        <p:scale>
          <a:sx n="92" d="100"/>
          <a:sy n="92" d="100"/>
        </p:scale>
        <p:origin x="82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161ca7da69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161ca7da69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ed9256fe6f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ed9256fe6f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116014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161ca7da69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161ca7da69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28265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>
          <a:extLst>
            <a:ext uri="{FF2B5EF4-FFF2-40B4-BE49-F238E27FC236}">
              <a16:creationId xmlns:a16="http://schemas.microsoft.com/office/drawing/2014/main" id="{3E06393B-3D4F-7C41-FF88-038166A1D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ed9256fe6f_0_23:notes">
            <a:extLst>
              <a:ext uri="{FF2B5EF4-FFF2-40B4-BE49-F238E27FC236}">
                <a16:creationId xmlns:a16="http://schemas.microsoft.com/office/drawing/2014/main" id="{DC1F9036-BB15-5219-0C40-E66FF15964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ed9256fe6f_0_23:notes">
            <a:extLst>
              <a:ext uri="{FF2B5EF4-FFF2-40B4-BE49-F238E27FC236}">
                <a16:creationId xmlns:a16="http://schemas.microsoft.com/office/drawing/2014/main" id="{7D1620A3-3620-DDC5-8795-F425E51966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048343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>
          <a:extLst>
            <a:ext uri="{FF2B5EF4-FFF2-40B4-BE49-F238E27FC236}">
              <a16:creationId xmlns:a16="http://schemas.microsoft.com/office/drawing/2014/main" id="{872BB5C6-9405-3BCB-6995-208AE3A82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ed9256fe6f_0_23:notes">
            <a:extLst>
              <a:ext uri="{FF2B5EF4-FFF2-40B4-BE49-F238E27FC236}">
                <a16:creationId xmlns:a16="http://schemas.microsoft.com/office/drawing/2014/main" id="{5A5355B0-30EB-5D29-E3CE-E47F567A5A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ed9256fe6f_0_23:notes">
            <a:extLst>
              <a:ext uri="{FF2B5EF4-FFF2-40B4-BE49-F238E27FC236}">
                <a16:creationId xmlns:a16="http://schemas.microsoft.com/office/drawing/2014/main" id="{B24B9CC7-9573-C6E5-7A6E-E60F17963F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716607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>
          <a:extLst>
            <a:ext uri="{FF2B5EF4-FFF2-40B4-BE49-F238E27FC236}">
              <a16:creationId xmlns:a16="http://schemas.microsoft.com/office/drawing/2014/main" id="{872BB5C6-9405-3BCB-6995-208AE3A82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ed9256fe6f_0_23:notes">
            <a:extLst>
              <a:ext uri="{FF2B5EF4-FFF2-40B4-BE49-F238E27FC236}">
                <a16:creationId xmlns:a16="http://schemas.microsoft.com/office/drawing/2014/main" id="{5A5355B0-30EB-5D29-E3CE-E47F567A5A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ed9256fe6f_0_23:notes">
            <a:extLst>
              <a:ext uri="{FF2B5EF4-FFF2-40B4-BE49-F238E27FC236}">
                <a16:creationId xmlns:a16="http://schemas.microsoft.com/office/drawing/2014/main" id="{B24B9CC7-9573-C6E5-7A6E-E60F17963F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79229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>
          <a:extLst>
            <a:ext uri="{FF2B5EF4-FFF2-40B4-BE49-F238E27FC236}">
              <a16:creationId xmlns:a16="http://schemas.microsoft.com/office/drawing/2014/main" id="{872BB5C6-9405-3BCB-6995-208AE3A82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ed9256fe6f_0_23:notes">
            <a:extLst>
              <a:ext uri="{FF2B5EF4-FFF2-40B4-BE49-F238E27FC236}">
                <a16:creationId xmlns:a16="http://schemas.microsoft.com/office/drawing/2014/main" id="{5A5355B0-30EB-5D29-E3CE-E47F567A5A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ed9256fe6f_0_23:notes">
            <a:extLst>
              <a:ext uri="{FF2B5EF4-FFF2-40B4-BE49-F238E27FC236}">
                <a16:creationId xmlns:a16="http://schemas.microsoft.com/office/drawing/2014/main" id="{B24B9CC7-9573-C6E5-7A6E-E60F17963F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729589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>
          <a:extLst>
            <a:ext uri="{FF2B5EF4-FFF2-40B4-BE49-F238E27FC236}">
              <a16:creationId xmlns:a16="http://schemas.microsoft.com/office/drawing/2014/main" id="{872BB5C6-9405-3BCB-6995-208AE3A82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ed9256fe6f_0_23:notes">
            <a:extLst>
              <a:ext uri="{FF2B5EF4-FFF2-40B4-BE49-F238E27FC236}">
                <a16:creationId xmlns:a16="http://schemas.microsoft.com/office/drawing/2014/main" id="{5A5355B0-30EB-5D29-E3CE-E47F567A5A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ed9256fe6f_0_23:notes">
            <a:extLst>
              <a:ext uri="{FF2B5EF4-FFF2-40B4-BE49-F238E27FC236}">
                <a16:creationId xmlns:a16="http://schemas.microsoft.com/office/drawing/2014/main" id="{B24B9CC7-9573-C6E5-7A6E-E60F17963F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64982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161ca7da69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161ca7da69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639593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ed9256fe6f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ed9256fe6f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59222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ed9256fe6f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ed9256fe6f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66447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>
          <a:extLst>
            <a:ext uri="{FF2B5EF4-FFF2-40B4-BE49-F238E27FC236}">
              <a16:creationId xmlns:a16="http://schemas.microsoft.com/office/drawing/2014/main" id="{7076DA1C-2A99-0A0F-0329-4774DD5D8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ed9256fe6f_0_23:notes">
            <a:extLst>
              <a:ext uri="{FF2B5EF4-FFF2-40B4-BE49-F238E27FC236}">
                <a16:creationId xmlns:a16="http://schemas.microsoft.com/office/drawing/2014/main" id="{734200AC-284F-23BB-F4C4-8B924DD677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ed9256fe6f_0_23:notes">
            <a:extLst>
              <a:ext uri="{FF2B5EF4-FFF2-40B4-BE49-F238E27FC236}">
                <a16:creationId xmlns:a16="http://schemas.microsoft.com/office/drawing/2014/main" id="{59D11FAE-7E1F-E2AB-962D-21A7C5AB8C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275471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161ca7da69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161ca7da69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28265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>
          <a:extLst>
            <a:ext uri="{FF2B5EF4-FFF2-40B4-BE49-F238E27FC236}">
              <a16:creationId xmlns:a16="http://schemas.microsoft.com/office/drawing/2014/main" id="{BC72C8C2-9982-24BB-202D-9E46407FA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ed9256fe6f_0_23:notes">
            <a:extLst>
              <a:ext uri="{FF2B5EF4-FFF2-40B4-BE49-F238E27FC236}">
                <a16:creationId xmlns:a16="http://schemas.microsoft.com/office/drawing/2014/main" id="{AAD836F5-C1EE-9774-F567-69E8FAEF23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ed9256fe6f_0_23:notes">
            <a:extLst>
              <a:ext uri="{FF2B5EF4-FFF2-40B4-BE49-F238E27FC236}">
                <a16:creationId xmlns:a16="http://schemas.microsoft.com/office/drawing/2014/main" id="{C6CCD34A-6D66-2A26-9D17-8D0EEF7934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010735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>
          <a:extLst>
            <a:ext uri="{FF2B5EF4-FFF2-40B4-BE49-F238E27FC236}">
              <a16:creationId xmlns:a16="http://schemas.microsoft.com/office/drawing/2014/main" id="{EDFF777E-07B1-97DA-CD07-B9120FB3D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ed9256fe6f_0_23:notes">
            <a:extLst>
              <a:ext uri="{FF2B5EF4-FFF2-40B4-BE49-F238E27FC236}">
                <a16:creationId xmlns:a16="http://schemas.microsoft.com/office/drawing/2014/main" id="{7902C890-0AAE-F68B-6897-744520F644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ed9256fe6f_0_23:notes">
            <a:extLst>
              <a:ext uri="{FF2B5EF4-FFF2-40B4-BE49-F238E27FC236}">
                <a16:creationId xmlns:a16="http://schemas.microsoft.com/office/drawing/2014/main" id="{7C551887-E0C0-3060-01D4-AA9383D979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844037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>
          <a:extLst>
            <a:ext uri="{FF2B5EF4-FFF2-40B4-BE49-F238E27FC236}">
              <a16:creationId xmlns:a16="http://schemas.microsoft.com/office/drawing/2014/main" id="{F740F6CB-AB0E-3A0E-8D02-EBE3288F1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ed9256fe6f_0_23:notes">
            <a:extLst>
              <a:ext uri="{FF2B5EF4-FFF2-40B4-BE49-F238E27FC236}">
                <a16:creationId xmlns:a16="http://schemas.microsoft.com/office/drawing/2014/main" id="{94EF3341-5F08-988B-4CF4-0277313C6A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ed9256fe6f_0_23:notes">
            <a:extLst>
              <a:ext uri="{FF2B5EF4-FFF2-40B4-BE49-F238E27FC236}">
                <a16:creationId xmlns:a16="http://schemas.microsoft.com/office/drawing/2014/main" id="{D77DF421-9C28-1F5A-D821-226D1C1821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014232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>
          <a:extLst>
            <a:ext uri="{FF2B5EF4-FFF2-40B4-BE49-F238E27FC236}">
              <a16:creationId xmlns:a16="http://schemas.microsoft.com/office/drawing/2014/main" id="{F740F6CB-AB0E-3A0E-8D02-EBE3288F1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ed9256fe6f_0_23:notes">
            <a:extLst>
              <a:ext uri="{FF2B5EF4-FFF2-40B4-BE49-F238E27FC236}">
                <a16:creationId xmlns:a16="http://schemas.microsoft.com/office/drawing/2014/main" id="{94EF3341-5F08-988B-4CF4-0277313C6A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ed9256fe6f_0_23:notes">
            <a:extLst>
              <a:ext uri="{FF2B5EF4-FFF2-40B4-BE49-F238E27FC236}">
                <a16:creationId xmlns:a16="http://schemas.microsoft.com/office/drawing/2014/main" id="{D77DF421-9C28-1F5A-D821-226D1C1821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1683455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>
          <a:extLst>
            <a:ext uri="{FF2B5EF4-FFF2-40B4-BE49-F238E27FC236}">
              <a16:creationId xmlns:a16="http://schemas.microsoft.com/office/drawing/2014/main" id="{F740F6CB-AB0E-3A0E-8D02-EBE3288F1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ed9256fe6f_0_23:notes">
            <a:extLst>
              <a:ext uri="{FF2B5EF4-FFF2-40B4-BE49-F238E27FC236}">
                <a16:creationId xmlns:a16="http://schemas.microsoft.com/office/drawing/2014/main" id="{94EF3341-5F08-988B-4CF4-0277313C6A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ed9256fe6f_0_23:notes">
            <a:extLst>
              <a:ext uri="{FF2B5EF4-FFF2-40B4-BE49-F238E27FC236}">
                <a16:creationId xmlns:a16="http://schemas.microsoft.com/office/drawing/2014/main" id="{D77DF421-9C28-1F5A-D821-226D1C1821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6935503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>
          <a:extLst>
            <a:ext uri="{FF2B5EF4-FFF2-40B4-BE49-F238E27FC236}">
              <a16:creationId xmlns:a16="http://schemas.microsoft.com/office/drawing/2014/main" id="{D02DFAD7-A3AA-0E0E-2107-A88FECCA1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161ca7da69_2_7:notes">
            <a:extLst>
              <a:ext uri="{FF2B5EF4-FFF2-40B4-BE49-F238E27FC236}">
                <a16:creationId xmlns:a16="http://schemas.microsoft.com/office/drawing/2014/main" id="{0026DF15-9F00-5620-132B-472E55AAA9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161ca7da69_2_7:notes">
            <a:extLst>
              <a:ext uri="{FF2B5EF4-FFF2-40B4-BE49-F238E27FC236}">
                <a16:creationId xmlns:a16="http://schemas.microsoft.com/office/drawing/2014/main" id="{0E5AA0DE-DB5E-4D76-8430-75EAA0AFBC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305564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>
          <a:extLst>
            <a:ext uri="{FF2B5EF4-FFF2-40B4-BE49-F238E27FC236}">
              <a16:creationId xmlns:a16="http://schemas.microsoft.com/office/drawing/2014/main" id="{FD8A580E-7159-0E51-38A8-6701BBCF0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ed9256fe6f_0_23:notes">
            <a:extLst>
              <a:ext uri="{FF2B5EF4-FFF2-40B4-BE49-F238E27FC236}">
                <a16:creationId xmlns:a16="http://schemas.microsoft.com/office/drawing/2014/main" id="{C5025D8B-51A0-283D-2359-24A112AC82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ed9256fe6f_0_23:notes">
            <a:extLst>
              <a:ext uri="{FF2B5EF4-FFF2-40B4-BE49-F238E27FC236}">
                <a16:creationId xmlns:a16="http://schemas.microsoft.com/office/drawing/2014/main" id="{7774AE71-9467-8239-6DAD-1E2BF7163B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0328718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>
          <a:extLst>
            <a:ext uri="{FF2B5EF4-FFF2-40B4-BE49-F238E27FC236}">
              <a16:creationId xmlns:a16="http://schemas.microsoft.com/office/drawing/2014/main" id="{FD8A580E-7159-0E51-38A8-6701BBCF0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ed9256fe6f_0_23:notes">
            <a:extLst>
              <a:ext uri="{FF2B5EF4-FFF2-40B4-BE49-F238E27FC236}">
                <a16:creationId xmlns:a16="http://schemas.microsoft.com/office/drawing/2014/main" id="{C5025D8B-51A0-283D-2359-24A112AC82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ed9256fe6f_0_23:notes">
            <a:extLst>
              <a:ext uri="{FF2B5EF4-FFF2-40B4-BE49-F238E27FC236}">
                <a16:creationId xmlns:a16="http://schemas.microsoft.com/office/drawing/2014/main" id="{7774AE71-9467-8239-6DAD-1E2BF7163B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0211388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>
          <a:extLst>
            <a:ext uri="{FF2B5EF4-FFF2-40B4-BE49-F238E27FC236}">
              <a16:creationId xmlns:a16="http://schemas.microsoft.com/office/drawing/2014/main" id="{FD8A580E-7159-0E51-38A8-6701BBCF0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ed9256fe6f_0_23:notes">
            <a:extLst>
              <a:ext uri="{FF2B5EF4-FFF2-40B4-BE49-F238E27FC236}">
                <a16:creationId xmlns:a16="http://schemas.microsoft.com/office/drawing/2014/main" id="{C5025D8B-51A0-283D-2359-24A112AC82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ed9256fe6f_0_23:notes">
            <a:extLst>
              <a:ext uri="{FF2B5EF4-FFF2-40B4-BE49-F238E27FC236}">
                <a16:creationId xmlns:a16="http://schemas.microsoft.com/office/drawing/2014/main" id="{7774AE71-9467-8239-6DAD-1E2BF7163B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4149961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>
          <a:extLst>
            <a:ext uri="{FF2B5EF4-FFF2-40B4-BE49-F238E27FC236}">
              <a16:creationId xmlns:a16="http://schemas.microsoft.com/office/drawing/2014/main" id="{FBDEE715-4627-677D-A760-CC3CFCC35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161ca7da69_2_7:notes">
            <a:extLst>
              <a:ext uri="{FF2B5EF4-FFF2-40B4-BE49-F238E27FC236}">
                <a16:creationId xmlns:a16="http://schemas.microsoft.com/office/drawing/2014/main" id="{9B8C4737-BBBC-E190-DCC6-19D59FCF74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161ca7da69_2_7:notes">
            <a:extLst>
              <a:ext uri="{FF2B5EF4-FFF2-40B4-BE49-F238E27FC236}">
                <a16:creationId xmlns:a16="http://schemas.microsoft.com/office/drawing/2014/main" id="{EC2B3927-F936-B91F-D77B-49C2A09D4E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132035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609200" y="1424875"/>
            <a:ext cx="5925600" cy="2079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7200" b="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1609200" y="3573775"/>
            <a:ext cx="59427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3579950" y="1854500"/>
            <a:ext cx="3604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title" idx="2" hasCustomPrompt="1"/>
          </p:nvPr>
        </p:nvSpPr>
        <p:spPr>
          <a:xfrm>
            <a:off x="1959250" y="1854500"/>
            <a:ext cx="1189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959250" y="2939075"/>
            <a:ext cx="5225400" cy="446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cxnSp>
        <p:nvCxnSpPr>
          <p:cNvPr id="18" name="Google Shape;18;p3"/>
          <p:cNvCxnSpPr/>
          <p:nvPr/>
        </p:nvCxnSpPr>
        <p:spPr>
          <a:xfrm rot="10800000">
            <a:off x="8761325" y="2079300"/>
            <a:ext cx="0" cy="9849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19" name="Google Shape;19;p3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0" name="Google Shape;20;p3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1" name="Google Shape;21;p3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2" name="Google Shape;22;p3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3" name="Google Shape;23;p3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4" name="Google Shape;24;p3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5" name="Google Shape;25;p3"/>
          <p:cNvCxnSpPr/>
          <p:nvPr/>
        </p:nvCxnSpPr>
        <p:spPr>
          <a:xfrm rot="10800000">
            <a:off x="394350" y="2079300"/>
            <a:ext cx="0" cy="9849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9"/>
          <p:cNvSpPr txBox="1">
            <a:spLocks noGrp="1"/>
          </p:cNvSpPr>
          <p:nvPr>
            <p:ph type="title"/>
          </p:nvPr>
        </p:nvSpPr>
        <p:spPr>
          <a:xfrm>
            <a:off x="720000" y="1413525"/>
            <a:ext cx="4294800" cy="209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9"/>
          <p:cNvSpPr txBox="1">
            <a:spLocks noGrp="1"/>
          </p:cNvSpPr>
          <p:nvPr>
            <p:ph type="subTitle" idx="1"/>
          </p:nvPr>
        </p:nvSpPr>
        <p:spPr>
          <a:xfrm>
            <a:off x="720000" y="3508800"/>
            <a:ext cx="4294800" cy="100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2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3"/>
          <p:cNvSpPr txBox="1">
            <a:spLocks noGrp="1"/>
          </p:cNvSpPr>
          <p:nvPr>
            <p:ph type="subTitle" idx="1"/>
          </p:nvPr>
        </p:nvSpPr>
        <p:spPr>
          <a:xfrm>
            <a:off x="713225" y="2018125"/>
            <a:ext cx="2426100" cy="53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subTitle" idx="2"/>
          </p:nvPr>
        </p:nvSpPr>
        <p:spPr>
          <a:xfrm>
            <a:off x="713225" y="3870728"/>
            <a:ext cx="2426100" cy="53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subTitle" idx="3"/>
          </p:nvPr>
        </p:nvSpPr>
        <p:spPr>
          <a:xfrm>
            <a:off x="3359125" y="3870725"/>
            <a:ext cx="2426100" cy="53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3"/>
          <p:cNvSpPr txBox="1">
            <a:spLocks noGrp="1"/>
          </p:cNvSpPr>
          <p:nvPr>
            <p:ph type="subTitle" idx="4"/>
          </p:nvPr>
        </p:nvSpPr>
        <p:spPr>
          <a:xfrm>
            <a:off x="3359125" y="2018025"/>
            <a:ext cx="2426100" cy="53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3"/>
          <p:cNvSpPr txBox="1">
            <a:spLocks noGrp="1"/>
          </p:cNvSpPr>
          <p:nvPr>
            <p:ph type="title" idx="5" hasCustomPrompt="1"/>
          </p:nvPr>
        </p:nvSpPr>
        <p:spPr>
          <a:xfrm>
            <a:off x="713225" y="1141288"/>
            <a:ext cx="656100" cy="43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3" name="Google Shape;103;p13"/>
          <p:cNvSpPr txBox="1">
            <a:spLocks noGrp="1"/>
          </p:cNvSpPr>
          <p:nvPr>
            <p:ph type="title" idx="6" hasCustomPrompt="1"/>
          </p:nvPr>
        </p:nvSpPr>
        <p:spPr>
          <a:xfrm>
            <a:off x="3359125" y="2994063"/>
            <a:ext cx="656100" cy="43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4" name="Google Shape;104;p13"/>
          <p:cNvSpPr txBox="1">
            <a:spLocks noGrp="1"/>
          </p:cNvSpPr>
          <p:nvPr>
            <p:ph type="title" idx="7" hasCustomPrompt="1"/>
          </p:nvPr>
        </p:nvSpPr>
        <p:spPr>
          <a:xfrm>
            <a:off x="713225" y="2994063"/>
            <a:ext cx="656100" cy="43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5" name="Google Shape;105;p13"/>
          <p:cNvSpPr txBox="1">
            <a:spLocks noGrp="1"/>
          </p:cNvSpPr>
          <p:nvPr>
            <p:ph type="title" idx="8" hasCustomPrompt="1"/>
          </p:nvPr>
        </p:nvSpPr>
        <p:spPr>
          <a:xfrm>
            <a:off x="3359125" y="1142055"/>
            <a:ext cx="656100" cy="43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6" name="Google Shape;106;p13"/>
          <p:cNvSpPr txBox="1">
            <a:spLocks noGrp="1"/>
          </p:cNvSpPr>
          <p:nvPr>
            <p:ph type="subTitle" idx="9"/>
          </p:nvPr>
        </p:nvSpPr>
        <p:spPr>
          <a:xfrm>
            <a:off x="5997638" y="3870725"/>
            <a:ext cx="2426100" cy="53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3"/>
          <p:cNvSpPr txBox="1">
            <a:spLocks noGrp="1"/>
          </p:cNvSpPr>
          <p:nvPr>
            <p:ph type="subTitle" idx="13"/>
          </p:nvPr>
        </p:nvSpPr>
        <p:spPr>
          <a:xfrm>
            <a:off x="5997638" y="2018025"/>
            <a:ext cx="2426100" cy="53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title" idx="14" hasCustomPrompt="1"/>
          </p:nvPr>
        </p:nvSpPr>
        <p:spPr>
          <a:xfrm>
            <a:off x="5997638" y="2994063"/>
            <a:ext cx="656100" cy="43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9" name="Google Shape;109;p13"/>
          <p:cNvSpPr txBox="1">
            <a:spLocks noGrp="1"/>
          </p:cNvSpPr>
          <p:nvPr>
            <p:ph type="title" idx="15" hasCustomPrompt="1"/>
          </p:nvPr>
        </p:nvSpPr>
        <p:spPr>
          <a:xfrm>
            <a:off x="5997638" y="1142055"/>
            <a:ext cx="656100" cy="43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0" name="Google Shape;110;p13"/>
          <p:cNvSpPr txBox="1">
            <a:spLocks noGrp="1"/>
          </p:cNvSpPr>
          <p:nvPr>
            <p:ph type="subTitle" idx="16"/>
          </p:nvPr>
        </p:nvSpPr>
        <p:spPr>
          <a:xfrm>
            <a:off x="713225" y="1594575"/>
            <a:ext cx="2423100" cy="4389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1" name="Google Shape;111;p13"/>
          <p:cNvSpPr txBox="1">
            <a:spLocks noGrp="1"/>
          </p:cNvSpPr>
          <p:nvPr>
            <p:ph type="subTitle" idx="17"/>
          </p:nvPr>
        </p:nvSpPr>
        <p:spPr>
          <a:xfrm>
            <a:off x="713225" y="3447136"/>
            <a:ext cx="2423100" cy="4284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2" name="Google Shape;112;p13"/>
          <p:cNvSpPr txBox="1">
            <a:spLocks noGrp="1"/>
          </p:cNvSpPr>
          <p:nvPr>
            <p:ph type="subTitle" idx="18"/>
          </p:nvPr>
        </p:nvSpPr>
        <p:spPr>
          <a:xfrm>
            <a:off x="3359125" y="3447125"/>
            <a:ext cx="2423100" cy="4284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3" name="Google Shape;113;p13"/>
          <p:cNvSpPr txBox="1">
            <a:spLocks noGrp="1"/>
          </p:cNvSpPr>
          <p:nvPr>
            <p:ph type="subTitle" idx="19"/>
          </p:nvPr>
        </p:nvSpPr>
        <p:spPr>
          <a:xfrm>
            <a:off x="3359125" y="1594575"/>
            <a:ext cx="2423100" cy="4389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4" name="Google Shape;114;p13"/>
          <p:cNvSpPr txBox="1">
            <a:spLocks noGrp="1"/>
          </p:cNvSpPr>
          <p:nvPr>
            <p:ph type="subTitle" idx="20"/>
          </p:nvPr>
        </p:nvSpPr>
        <p:spPr>
          <a:xfrm>
            <a:off x="5997638" y="3447125"/>
            <a:ext cx="2423100" cy="4284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5" name="Google Shape;115;p13"/>
          <p:cNvSpPr txBox="1">
            <a:spLocks noGrp="1"/>
          </p:cNvSpPr>
          <p:nvPr>
            <p:ph type="subTitle" idx="21"/>
          </p:nvPr>
        </p:nvSpPr>
        <p:spPr>
          <a:xfrm>
            <a:off x="5997638" y="1594575"/>
            <a:ext cx="2423100" cy="4389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cxnSp>
        <p:nvCxnSpPr>
          <p:cNvPr id="116" name="Google Shape;116;p13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17" name="Google Shape;117;p13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18" name="Google Shape;118;p13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19" name="Google Shape;119;p13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20" name="Google Shape;120;p13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21" name="Google Shape;121;p13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4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24" name="Google Shape;124;p14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25" name="Google Shape;125;p14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26" name="Google Shape;126;p14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27" name="Google Shape;127;p14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28" name="Google Shape;128;p14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29" name="Google Shape;129;p14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130" name="Google Shape;130;p14"/>
          <p:cNvSpPr txBox="1">
            <a:spLocks noGrp="1"/>
          </p:cNvSpPr>
          <p:nvPr>
            <p:ph type="title"/>
          </p:nvPr>
        </p:nvSpPr>
        <p:spPr>
          <a:xfrm>
            <a:off x="969900" y="3387600"/>
            <a:ext cx="7204200" cy="5319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31" name="Google Shape;131;p14"/>
          <p:cNvSpPr txBox="1">
            <a:spLocks noGrp="1"/>
          </p:cNvSpPr>
          <p:nvPr>
            <p:ph type="subTitle" idx="1"/>
          </p:nvPr>
        </p:nvSpPr>
        <p:spPr>
          <a:xfrm>
            <a:off x="969900" y="1312625"/>
            <a:ext cx="7204200" cy="147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7"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4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2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62" name="Google Shape;262;p24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63" name="Google Shape;263;p24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64" name="Google Shape;264;p24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65" name="Google Shape;265;p24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66" name="Google Shape;266;p24"/>
          <p:cNvSpPr txBox="1">
            <a:spLocks noGrp="1"/>
          </p:cNvSpPr>
          <p:nvPr>
            <p:ph type="sldNum" idx="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lt1"/>
                </a:solidFill>
              </a:defRPr>
            </a:lvl1pPr>
            <a:lvl2pPr lvl="1" algn="ctr" rtl="0">
              <a:buNone/>
              <a:defRPr>
                <a:solidFill>
                  <a:schemeClr val="lt1"/>
                </a:solidFill>
              </a:defRPr>
            </a:lvl2pPr>
            <a:lvl3pPr lvl="2" algn="ctr" rtl="0">
              <a:buNone/>
              <a:defRPr>
                <a:solidFill>
                  <a:schemeClr val="lt1"/>
                </a:solidFill>
              </a:defRPr>
            </a:lvl3pPr>
            <a:lvl4pPr lvl="3" algn="ctr" rtl="0">
              <a:buNone/>
              <a:defRPr>
                <a:solidFill>
                  <a:schemeClr val="lt1"/>
                </a:solidFill>
              </a:defRPr>
            </a:lvl4pPr>
            <a:lvl5pPr lvl="4" algn="ctr" rtl="0">
              <a:buNone/>
              <a:defRPr>
                <a:solidFill>
                  <a:schemeClr val="lt1"/>
                </a:solidFill>
              </a:defRPr>
            </a:lvl5pPr>
            <a:lvl6pPr lvl="5" algn="ctr" rtl="0">
              <a:buNone/>
              <a:defRPr>
                <a:solidFill>
                  <a:schemeClr val="lt1"/>
                </a:solidFill>
              </a:defRPr>
            </a:lvl6pPr>
            <a:lvl7pPr lvl="6" algn="ctr" rtl="0">
              <a:buNone/>
              <a:defRPr>
                <a:solidFill>
                  <a:schemeClr val="lt1"/>
                </a:solidFill>
              </a:defRPr>
            </a:lvl7pPr>
            <a:lvl8pPr lvl="7" algn="ctr" rtl="0">
              <a:buNone/>
              <a:defRPr>
                <a:solidFill>
                  <a:schemeClr val="lt1"/>
                </a:solidFill>
              </a:defRPr>
            </a:lvl8pPr>
            <a:lvl9pPr lvl="8" algn="ctr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67" name="Google Shape;267;p24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"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0" name="Google Shape;270;p25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71" name="Google Shape;271;p25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72" name="Google Shape;272;p25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73" name="Google Shape;273;p25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74" name="Google Shape;274;p25"/>
          <p:cNvCxnSpPr/>
          <p:nvPr/>
        </p:nvCxnSpPr>
        <p:spPr>
          <a:xfrm rot="10800000" flipH="1">
            <a:off x="347659" y="4749851"/>
            <a:ext cx="8448600" cy="330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40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5" r:id="rId3"/>
    <p:sldLayoutId id="2147483658" r:id="rId4"/>
    <p:sldLayoutId id="2147483659" r:id="rId5"/>
    <p:sldLayoutId id="2147483660" r:id="rId6"/>
    <p:sldLayoutId id="2147483670" r:id="rId7"/>
    <p:sldLayoutId id="2147483671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9"/>
          <p:cNvSpPr txBox="1">
            <a:spLocks noGrp="1"/>
          </p:cNvSpPr>
          <p:nvPr>
            <p:ph type="ctrTitle"/>
          </p:nvPr>
        </p:nvSpPr>
        <p:spPr>
          <a:xfrm>
            <a:off x="1116277" y="1492410"/>
            <a:ext cx="7393878" cy="207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000" b="1" dirty="0" err="1" smtClean="0"/>
              <a:t>Báo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cáo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nhận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dạng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mẫu</a:t>
            </a:r>
            <a:r>
              <a:rPr lang="en" sz="4000" dirty="0"/>
              <a:t/>
            </a:r>
            <a:br>
              <a:rPr lang="en" sz="4000" dirty="0"/>
            </a:br>
            <a:r>
              <a:rPr lang="en-US" sz="3000" dirty="0" err="1" smtClean="0"/>
              <a:t>Xác</a:t>
            </a:r>
            <a:r>
              <a:rPr lang="en-US" sz="3000" dirty="0" smtClean="0"/>
              <a:t> </a:t>
            </a:r>
            <a:r>
              <a:rPr lang="en-US" sz="3000" dirty="0" err="1" smtClean="0"/>
              <a:t>định</a:t>
            </a:r>
            <a:r>
              <a:rPr lang="en-US" sz="3000" dirty="0" smtClean="0"/>
              <a:t> </a:t>
            </a:r>
            <a:r>
              <a:rPr lang="en-US" sz="3000" dirty="0" err="1" smtClean="0"/>
              <a:t>và</a:t>
            </a:r>
            <a:r>
              <a:rPr lang="en-US" sz="3000" dirty="0" smtClean="0"/>
              <a:t> </a:t>
            </a:r>
            <a:r>
              <a:rPr lang="en-US" sz="3000" dirty="0" err="1" smtClean="0"/>
              <a:t>nhận</a:t>
            </a:r>
            <a:r>
              <a:rPr lang="en-US" sz="3000" dirty="0" smtClean="0"/>
              <a:t> </a:t>
            </a:r>
            <a:r>
              <a:rPr lang="en-US" sz="3000" dirty="0" err="1" smtClean="0"/>
              <a:t>dạng</a:t>
            </a:r>
            <a:r>
              <a:rPr lang="en-US" sz="3000" dirty="0" smtClean="0"/>
              <a:t> </a:t>
            </a:r>
            <a:r>
              <a:rPr lang="en-US" sz="3000" dirty="0" err="1" smtClean="0"/>
              <a:t>khuôn</a:t>
            </a:r>
            <a:r>
              <a:rPr lang="en-US" sz="3000" dirty="0" smtClean="0"/>
              <a:t> </a:t>
            </a:r>
            <a:r>
              <a:rPr lang="en-US" sz="3000" dirty="0" err="1" smtClean="0"/>
              <a:t>mặt</a:t>
            </a:r>
            <a:r>
              <a:rPr lang="en-US" sz="3000" dirty="0" smtClean="0"/>
              <a:t> </a:t>
            </a:r>
            <a:br>
              <a:rPr lang="en-US" sz="3000" dirty="0" smtClean="0"/>
            </a:br>
            <a:r>
              <a:rPr lang="en-US" sz="3000" dirty="0" err="1" smtClean="0"/>
              <a:t>sử</a:t>
            </a:r>
            <a:r>
              <a:rPr lang="en-US" sz="3000" dirty="0" smtClean="0"/>
              <a:t> </a:t>
            </a:r>
            <a:r>
              <a:rPr lang="en-US" sz="3000" dirty="0" err="1" smtClean="0"/>
              <a:t>dụng</a:t>
            </a:r>
            <a:r>
              <a:rPr lang="en-US" sz="3000" dirty="0" smtClean="0"/>
              <a:t> </a:t>
            </a:r>
            <a:r>
              <a:rPr lang="en-US" sz="3000" dirty="0" err="1" smtClean="0"/>
              <a:t>mô</a:t>
            </a:r>
            <a:r>
              <a:rPr lang="en-US" sz="3000" dirty="0" smtClean="0"/>
              <a:t> </a:t>
            </a:r>
            <a:r>
              <a:rPr lang="en-US" sz="3000" dirty="0" err="1" smtClean="0"/>
              <a:t>hình</a:t>
            </a:r>
            <a:r>
              <a:rPr lang="en-US" sz="3000" dirty="0" smtClean="0"/>
              <a:t> </a:t>
            </a:r>
            <a:br>
              <a:rPr lang="en-US" sz="3000" dirty="0" smtClean="0"/>
            </a:br>
            <a:r>
              <a:rPr lang="en-US" sz="3000" dirty="0" err="1" smtClean="0"/>
              <a:t>RetinaFace</a:t>
            </a:r>
            <a:r>
              <a:rPr lang="en-US" sz="3000" dirty="0" smtClean="0"/>
              <a:t> </a:t>
            </a:r>
            <a:r>
              <a:rPr lang="en-US" sz="3000" dirty="0" err="1" smtClean="0"/>
              <a:t>và</a:t>
            </a:r>
            <a:r>
              <a:rPr lang="en-US" sz="3000" dirty="0" smtClean="0"/>
              <a:t> Vision Transformer</a:t>
            </a:r>
            <a:endParaRPr sz="3000" dirty="0">
              <a:solidFill>
                <a:schemeClr val="dk2"/>
              </a:solidFill>
            </a:endParaRPr>
          </a:p>
        </p:txBody>
      </p:sp>
      <p:cxnSp>
        <p:nvCxnSpPr>
          <p:cNvPr id="287" name="Google Shape;287;p29"/>
          <p:cNvCxnSpPr/>
          <p:nvPr/>
        </p:nvCxnSpPr>
        <p:spPr>
          <a:xfrm rot="10800000" flipH="1">
            <a:off x="1600600" y="3708856"/>
            <a:ext cx="5942700" cy="66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288" name="Google Shape;288;p29"/>
          <p:cNvCxnSpPr/>
          <p:nvPr/>
        </p:nvCxnSpPr>
        <p:spPr>
          <a:xfrm rot="10800000" flipH="1">
            <a:off x="1600600" y="1348663"/>
            <a:ext cx="5942700" cy="66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Table of contents</a:t>
            </a:r>
            <a:endParaRPr dirty="0"/>
          </a:p>
        </p:txBody>
      </p:sp>
      <p:sp>
        <p:nvSpPr>
          <p:cNvPr id="310" name="Google Shape;310;p31"/>
          <p:cNvSpPr txBox="1">
            <a:spLocks noGrp="1"/>
          </p:cNvSpPr>
          <p:nvPr>
            <p:ph type="title" idx="5"/>
          </p:nvPr>
        </p:nvSpPr>
        <p:spPr>
          <a:xfrm>
            <a:off x="2157562" y="1307018"/>
            <a:ext cx="656100" cy="43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/>
              <a:t>01</a:t>
            </a:r>
            <a:endParaRPr sz="3000" dirty="0"/>
          </a:p>
        </p:txBody>
      </p:sp>
      <p:sp>
        <p:nvSpPr>
          <p:cNvPr id="311" name="Google Shape;311;p31"/>
          <p:cNvSpPr txBox="1">
            <a:spLocks noGrp="1"/>
          </p:cNvSpPr>
          <p:nvPr>
            <p:ph type="title" idx="6"/>
          </p:nvPr>
        </p:nvSpPr>
        <p:spPr>
          <a:xfrm>
            <a:off x="5914765" y="2700792"/>
            <a:ext cx="656100" cy="43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/>
              <a:t>05</a:t>
            </a:r>
            <a:endParaRPr sz="3000" dirty="0"/>
          </a:p>
        </p:txBody>
      </p:sp>
      <p:sp>
        <p:nvSpPr>
          <p:cNvPr id="312" name="Google Shape;312;p31"/>
          <p:cNvSpPr txBox="1">
            <a:spLocks noGrp="1"/>
          </p:cNvSpPr>
          <p:nvPr>
            <p:ph type="title" idx="7"/>
          </p:nvPr>
        </p:nvSpPr>
        <p:spPr>
          <a:xfrm>
            <a:off x="3268865" y="2700792"/>
            <a:ext cx="656100" cy="43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04</a:t>
            </a:r>
            <a:endParaRPr sz="3000"/>
          </a:p>
        </p:txBody>
      </p:sp>
      <p:sp>
        <p:nvSpPr>
          <p:cNvPr id="313" name="Google Shape;313;p31"/>
          <p:cNvSpPr txBox="1">
            <a:spLocks noGrp="1"/>
          </p:cNvSpPr>
          <p:nvPr>
            <p:ph type="title" idx="8"/>
          </p:nvPr>
        </p:nvSpPr>
        <p:spPr>
          <a:xfrm>
            <a:off x="4803462" y="1307785"/>
            <a:ext cx="656100" cy="43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/>
              <a:t>02</a:t>
            </a:r>
            <a:endParaRPr sz="3000" dirty="0"/>
          </a:p>
        </p:txBody>
      </p:sp>
      <p:sp>
        <p:nvSpPr>
          <p:cNvPr id="317" name="Google Shape;317;p31"/>
          <p:cNvSpPr txBox="1">
            <a:spLocks noGrp="1"/>
          </p:cNvSpPr>
          <p:nvPr>
            <p:ph type="title" idx="15"/>
          </p:nvPr>
        </p:nvSpPr>
        <p:spPr>
          <a:xfrm>
            <a:off x="194981" y="2701345"/>
            <a:ext cx="656100" cy="43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/>
              <a:t>03</a:t>
            </a:r>
            <a:endParaRPr sz="3000" dirty="0"/>
          </a:p>
        </p:txBody>
      </p:sp>
      <p:sp>
        <p:nvSpPr>
          <p:cNvPr id="318" name="Google Shape;318;p31"/>
          <p:cNvSpPr txBox="1">
            <a:spLocks noGrp="1"/>
          </p:cNvSpPr>
          <p:nvPr>
            <p:ph type="subTitle" idx="16"/>
          </p:nvPr>
        </p:nvSpPr>
        <p:spPr>
          <a:xfrm>
            <a:off x="2157562" y="1760305"/>
            <a:ext cx="2423100" cy="43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Giới thiệu bài toán</a:t>
            </a:r>
            <a:endParaRPr dirty="0"/>
          </a:p>
        </p:txBody>
      </p:sp>
      <p:sp>
        <p:nvSpPr>
          <p:cNvPr id="319" name="Google Shape;319;p31"/>
          <p:cNvSpPr txBox="1">
            <a:spLocks noGrp="1"/>
          </p:cNvSpPr>
          <p:nvPr>
            <p:ph type="subTitle" idx="17"/>
          </p:nvPr>
        </p:nvSpPr>
        <p:spPr>
          <a:xfrm>
            <a:off x="3268864" y="3153865"/>
            <a:ext cx="2570827" cy="42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Vision Transformer</a:t>
            </a:r>
            <a:endParaRPr dirty="0"/>
          </a:p>
        </p:txBody>
      </p:sp>
      <p:sp>
        <p:nvSpPr>
          <p:cNvPr id="320" name="Google Shape;320;p31"/>
          <p:cNvSpPr txBox="1">
            <a:spLocks noGrp="1"/>
          </p:cNvSpPr>
          <p:nvPr>
            <p:ph type="subTitle" idx="18"/>
          </p:nvPr>
        </p:nvSpPr>
        <p:spPr>
          <a:xfrm>
            <a:off x="5988421" y="3153865"/>
            <a:ext cx="2895806" cy="4443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/>
            <a:r>
              <a:rPr lang="en-US" dirty="0" smtClean="0"/>
              <a:t>Demo </a:t>
            </a:r>
            <a:endParaRPr dirty="0"/>
          </a:p>
        </p:txBody>
      </p:sp>
      <p:sp>
        <p:nvSpPr>
          <p:cNvPr id="321" name="Google Shape;321;p31"/>
          <p:cNvSpPr txBox="1">
            <a:spLocks noGrp="1"/>
          </p:cNvSpPr>
          <p:nvPr>
            <p:ph type="subTitle" idx="19"/>
          </p:nvPr>
        </p:nvSpPr>
        <p:spPr>
          <a:xfrm>
            <a:off x="4803462" y="1760305"/>
            <a:ext cx="2532520" cy="43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Dữ liệu thu thập</a:t>
            </a:r>
            <a:endParaRPr dirty="0"/>
          </a:p>
        </p:txBody>
      </p:sp>
      <p:sp>
        <p:nvSpPr>
          <p:cNvPr id="323" name="Google Shape;323;p31"/>
          <p:cNvSpPr txBox="1">
            <a:spLocks noGrp="1"/>
          </p:cNvSpPr>
          <p:nvPr>
            <p:ph type="subTitle" idx="21"/>
          </p:nvPr>
        </p:nvSpPr>
        <p:spPr>
          <a:xfrm>
            <a:off x="191981" y="3153865"/>
            <a:ext cx="2928153" cy="43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RetinaFace</a:t>
            </a:r>
            <a:endParaRPr dirty="0"/>
          </a:p>
        </p:txBody>
      </p:sp>
      <p:sp>
        <p:nvSpPr>
          <p:cNvPr id="324" name="Google Shape;324;p31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2"/>
          <p:cNvSpPr txBox="1">
            <a:spLocks noGrp="1"/>
          </p:cNvSpPr>
          <p:nvPr>
            <p:ph type="title"/>
          </p:nvPr>
        </p:nvSpPr>
        <p:spPr>
          <a:xfrm>
            <a:off x="3579950" y="1854500"/>
            <a:ext cx="3604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/>
              <a:t>Giới thiệu chủ đề</a:t>
            </a:r>
            <a:endParaRPr sz="3000" dirty="0"/>
          </a:p>
        </p:txBody>
      </p:sp>
      <p:sp>
        <p:nvSpPr>
          <p:cNvPr id="331" name="Google Shape;331;p32"/>
          <p:cNvSpPr txBox="1">
            <a:spLocks noGrp="1"/>
          </p:cNvSpPr>
          <p:nvPr>
            <p:ph type="title" idx="2"/>
          </p:nvPr>
        </p:nvSpPr>
        <p:spPr>
          <a:xfrm>
            <a:off x="1959250" y="1854500"/>
            <a:ext cx="1189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dirty="0"/>
              <a:t>0</a:t>
            </a:r>
            <a:r>
              <a:rPr lang="en" dirty="0"/>
              <a:t>1</a:t>
            </a:r>
            <a:endParaRPr dirty="0"/>
          </a:p>
        </p:txBody>
      </p:sp>
      <p:sp>
        <p:nvSpPr>
          <p:cNvPr id="332" name="Google Shape;332;p32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cxnSp>
        <p:nvCxnSpPr>
          <p:cNvPr id="333" name="Google Shape;333;p32"/>
          <p:cNvCxnSpPr/>
          <p:nvPr/>
        </p:nvCxnSpPr>
        <p:spPr>
          <a:xfrm rot="10800000" flipH="1">
            <a:off x="1600600" y="2910566"/>
            <a:ext cx="5942700" cy="66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334" name="Google Shape;334;p32"/>
          <p:cNvCxnSpPr/>
          <p:nvPr/>
        </p:nvCxnSpPr>
        <p:spPr>
          <a:xfrm rot="10800000" flipH="1">
            <a:off x="1600600" y="1714341"/>
            <a:ext cx="5942700" cy="66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35" name="Google Shape;335;p32"/>
          <p:cNvSpPr/>
          <p:nvPr/>
        </p:nvSpPr>
        <p:spPr>
          <a:xfrm>
            <a:off x="3244800" y="2217963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32"/>
          <p:cNvSpPr/>
          <p:nvPr/>
        </p:nvSpPr>
        <p:spPr>
          <a:xfrm>
            <a:off x="7280500" y="2217963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4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 dirty="0"/>
          </a:p>
        </p:txBody>
      </p:sp>
      <p:pic>
        <p:nvPicPr>
          <p:cNvPr id="1026" name="Picture 2" descr="Công nghệ nhận diện khuôn mặt là gì? Cách hoạt động cần biế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6485" y="832085"/>
            <a:ext cx="5351030" cy="3009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0117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2"/>
          <p:cNvSpPr txBox="1">
            <a:spLocks noGrp="1"/>
          </p:cNvSpPr>
          <p:nvPr>
            <p:ph type="title"/>
          </p:nvPr>
        </p:nvSpPr>
        <p:spPr>
          <a:xfrm>
            <a:off x="3579950" y="1854500"/>
            <a:ext cx="3604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Dữ liệu</a:t>
            </a:r>
            <a:endParaRPr dirty="0"/>
          </a:p>
        </p:txBody>
      </p:sp>
      <p:sp>
        <p:nvSpPr>
          <p:cNvPr id="331" name="Google Shape;331;p32"/>
          <p:cNvSpPr txBox="1">
            <a:spLocks noGrp="1"/>
          </p:cNvSpPr>
          <p:nvPr>
            <p:ph type="title" idx="2"/>
          </p:nvPr>
        </p:nvSpPr>
        <p:spPr>
          <a:xfrm>
            <a:off x="1959250" y="1854500"/>
            <a:ext cx="1189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332" name="Google Shape;332;p32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cxnSp>
        <p:nvCxnSpPr>
          <p:cNvPr id="333" name="Google Shape;333;p32"/>
          <p:cNvCxnSpPr/>
          <p:nvPr/>
        </p:nvCxnSpPr>
        <p:spPr>
          <a:xfrm rot="10800000" flipH="1">
            <a:off x="1600600" y="2910566"/>
            <a:ext cx="5942700" cy="66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334" name="Google Shape;334;p32"/>
          <p:cNvCxnSpPr/>
          <p:nvPr/>
        </p:nvCxnSpPr>
        <p:spPr>
          <a:xfrm rot="10800000" flipH="1">
            <a:off x="1600600" y="1714341"/>
            <a:ext cx="5942700" cy="66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35" name="Google Shape;335;p32"/>
          <p:cNvSpPr/>
          <p:nvPr/>
        </p:nvSpPr>
        <p:spPr>
          <a:xfrm>
            <a:off x="3244800" y="2217963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32"/>
          <p:cNvSpPr/>
          <p:nvPr/>
        </p:nvSpPr>
        <p:spPr>
          <a:xfrm>
            <a:off x="7280500" y="2217963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50785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>
          <a:extLst>
            <a:ext uri="{FF2B5EF4-FFF2-40B4-BE49-F238E27FC236}">
              <a16:creationId xmlns:a16="http://schemas.microsoft.com/office/drawing/2014/main" id="{86F47D58-8732-0572-D209-6308FDCCF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4">
            <a:extLst>
              <a:ext uri="{FF2B5EF4-FFF2-40B4-BE49-F238E27FC236}">
                <a16:creationId xmlns:a16="http://schemas.microsoft.com/office/drawing/2014/main" id="{44F6E2E9-3AE6-3B1B-62D2-4E65DD2E822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724" y="1074992"/>
            <a:ext cx="3845640" cy="191625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0436" y="1074992"/>
            <a:ext cx="4314024" cy="180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113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>
          <a:extLst>
            <a:ext uri="{FF2B5EF4-FFF2-40B4-BE49-F238E27FC236}">
              <a16:creationId xmlns:a16="http://schemas.microsoft.com/office/drawing/2014/main" id="{41DC02FA-DD4C-384F-B13A-A27A08CD9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4">
            <a:extLst>
              <a:ext uri="{FF2B5EF4-FFF2-40B4-BE49-F238E27FC236}">
                <a16:creationId xmlns:a16="http://schemas.microsoft.com/office/drawing/2014/main" id="{68BA0F9B-DB7C-0B20-763A-A16A0408CFF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 dirty="0"/>
          </a:p>
        </p:txBody>
      </p:sp>
      <p:pic>
        <p:nvPicPr>
          <p:cNvPr id="4" name="Picture 3"/>
          <p:cNvPicPr/>
          <p:nvPr/>
        </p:nvPicPr>
        <p:blipFill>
          <a:blip r:embed="rId3"/>
          <a:stretch>
            <a:fillRect/>
          </a:stretch>
        </p:blipFill>
        <p:spPr>
          <a:xfrm>
            <a:off x="1262062" y="757237"/>
            <a:ext cx="6619875" cy="3629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422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>
          <a:extLst>
            <a:ext uri="{FF2B5EF4-FFF2-40B4-BE49-F238E27FC236}">
              <a16:creationId xmlns:a16="http://schemas.microsoft.com/office/drawing/2014/main" id="{41DC02FA-DD4C-384F-B13A-A27A08CD9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4">
            <a:extLst>
              <a:ext uri="{FF2B5EF4-FFF2-40B4-BE49-F238E27FC236}">
                <a16:creationId xmlns:a16="http://schemas.microsoft.com/office/drawing/2014/main" id="{68BA0F9B-DB7C-0B20-763A-A16A0408CFF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 dirty="0"/>
          </a:p>
        </p:txBody>
      </p:sp>
      <p:pic>
        <p:nvPicPr>
          <p:cNvPr id="4" name="Picture 3"/>
          <p:cNvPicPr/>
          <p:nvPr/>
        </p:nvPicPr>
        <p:blipFill>
          <a:blip r:embed="rId3"/>
          <a:stretch>
            <a:fillRect/>
          </a:stretch>
        </p:blipFill>
        <p:spPr>
          <a:xfrm>
            <a:off x="3996170" y="646237"/>
            <a:ext cx="4933950" cy="3829050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4"/>
          <a:stretch>
            <a:fillRect/>
          </a:stretch>
        </p:blipFill>
        <p:spPr>
          <a:xfrm>
            <a:off x="243320" y="646237"/>
            <a:ext cx="3752850" cy="3829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498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>
          <a:extLst>
            <a:ext uri="{FF2B5EF4-FFF2-40B4-BE49-F238E27FC236}">
              <a16:creationId xmlns:a16="http://schemas.microsoft.com/office/drawing/2014/main" id="{41DC02FA-DD4C-384F-B13A-A27A08CD9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4">
            <a:extLst>
              <a:ext uri="{FF2B5EF4-FFF2-40B4-BE49-F238E27FC236}">
                <a16:creationId xmlns:a16="http://schemas.microsoft.com/office/drawing/2014/main" id="{68BA0F9B-DB7C-0B20-763A-A16A0408CFF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 dirty="0"/>
          </a:p>
        </p:txBody>
      </p:sp>
      <p:pic>
        <p:nvPicPr>
          <p:cNvPr id="6" name="Picture 5"/>
          <p:cNvPicPr/>
          <p:nvPr/>
        </p:nvPicPr>
        <p:blipFill>
          <a:blip r:embed="rId3"/>
          <a:stretch>
            <a:fillRect/>
          </a:stretch>
        </p:blipFill>
        <p:spPr>
          <a:xfrm>
            <a:off x="1248092" y="459422"/>
            <a:ext cx="6647815" cy="4224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872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>
          <a:extLst>
            <a:ext uri="{FF2B5EF4-FFF2-40B4-BE49-F238E27FC236}">
              <a16:creationId xmlns:a16="http://schemas.microsoft.com/office/drawing/2014/main" id="{41DC02FA-DD4C-384F-B13A-A27A08CD9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4">
            <a:extLst>
              <a:ext uri="{FF2B5EF4-FFF2-40B4-BE49-F238E27FC236}">
                <a16:creationId xmlns:a16="http://schemas.microsoft.com/office/drawing/2014/main" id="{68BA0F9B-DB7C-0B20-763A-A16A0408CFF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 dirty="0"/>
          </a:p>
        </p:txBody>
      </p:sp>
      <p:pic>
        <p:nvPicPr>
          <p:cNvPr id="4" name="Picture 3"/>
          <p:cNvPicPr/>
          <p:nvPr/>
        </p:nvPicPr>
        <p:blipFill>
          <a:blip r:embed="rId3"/>
          <a:stretch>
            <a:fillRect/>
          </a:stretch>
        </p:blipFill>
        <p:spPr>
          <a:xfrm>
            <a:off x="1248092" y="1916430"/>
            <a:ext cx="6647815" cy="131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896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2"/>
          <p:cNvSpPr txBox="1">
            <a:spLocks noGrp="1"/>
          </p:cNvSpPr>
          <p:nvPr>
            <p:ph type="title"/>
          </p:nvPr>
        </p:nvSpPr>
        <p:spPr>
          <a:xfrm>
            <a:off x="1528071" y="1890591"/>
            <a:ext cx="601523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 err="1" smtClean="0"/>
              <a:t>RetinaFace</a:t>
            </a:r>
            <a:endParaRPr sz="3600" dirty="0"/>
          </a:p>
        </p:txBody>
      </p:sp>
      <p:sp>
        <p:nvSpPr>
          <p:cNvPr id="331" name="Google Shape;331;p32"/>
          <p:cNvSpPr txBox="1">
            <a:spLocks noGrp="1"/>
          </p:cNvSpPr>
          <p:nvPr>
            <p:ph type="title" idx="2"/>
          </p:nvPr>
        </p:nvSpPr>
        <p:spPr>
          <a:xfrm>
            <a:off x="1528070" y="947534"/>
            <a:ext cx="1189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dirty="0"/>
              <a:t>03</a:t>
            </a:r>
            <a:endParaRPr dirty="0"/>
          </a:p>
        </p:txBody>
      </p:sp>
      <p:sp>
        <p:nvSpPr>
          <p:cNvPr id="332" name="Google Shape;332;p32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cxnSp>
        <p:nvCxnSpPr>
          <p:cNvPr id="333" name="Google Shape;333;p32"/>
          <p:cNvCxnSpPr/>
          <p:nvPr/>
        </p:nvCxnSpPr>
        <p:spPr>
          <a:xfrm rot="10800000" flipH="1">
            <a:off x="1600600" y="2910566"/>
            <a:ext cx="5942700" cy="66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334" name="Google Shape;334;p32"/>
          <p:cNvCxnSpPr/>
          <p:nvPr/>
        </p:nvCxnSpPr>
        <p:spPr>
          <a:xfrm rot="10800000" flipH="1">
            <a:off x="1600600" y="1642808"/>
            <a:ext cx="5942700" cy="66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</p:spTree>
    <p:extLst>
      <p:ext uri="{BB962C8B-B14F-4D97-AF65-F5344CB8AC3E}">
        <p14:creationId xmlns:p14="http://schemas.microsoft.com/office/powerpoint/2010/main" val="2379854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4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 dirty="0"/>
          </a:p>
        </p:txBody>
      </p:sp>
      <p:pic>
        <p:nvPicPr>
          <p:cNvPr id="4" name="Picture 3"/>
          <p:cNvPicPr/>
          <p:nvPr/>
        </p:nvPicPr>
        <p:blipFill>
          <a:blip r:embed="rId3"/>
          <a:stretch>
            <a:fillRect/>
          </a:stretch>
        </p:blipFill>
        <p:spPr>
          <a:xfrm>
            <a:off x="1248092" y="1161415"/>
            <a:ext cx="6647815" cy="2820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0471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4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 dirty="0"/>
          </a:p>
        </p:txBody>
      </p:sp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1319212" y="2013670"/>
            <a:ext cx="6505575" cy="638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4540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>
          <a:extLst>
            <a:ext uri="{FF2B5EF4-FFF2-40B4-BE49-F238E27FC236}">
              <a16:creationId xmlns:a16="http://schemas.microsoft.com/office/drawing/2014/main" id="{46E098C8-C9CA-D113-637A-A65416F2E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4">
            <a:extLst>
              <a:ext uri="{FF2B5EF4-FFF2-40B4-BE49-F238E27FC236}">
                <a16:creationId xmlns:a16="http://schemas.microsoft.com/office/drawing/2014/main" id="{DC586112-3E0D-EE63-2505-9648F42328D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 dirty="0"/>
          </a:p>
        </p:txBody>
      </p:sp>
      <p:pic>
        <p:nvPicPr>
          <p:cNvPr id="4" name="Picture 3"/>
          <p:cNvPicPr/>
          <p:nvPr/>
        </p:nvPicPr>
        <p:blipFill>
          <a:blip r:embed="rId3"/>
          <a:stretch>
            <a:fillRect/>
          </a:stretch>
        </p:blipFill>
        <p:spPr>
          <a:xfrm>
            <a:off x="1248092" y="176212"/>
            <a:ext cx="6647815" cy="479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4628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2"/>
          <p:cNvSpPr txBox="1">
            <a:spLocks noGrp="1"/>
          </p:cNvSpPr>
          <p:nvPr>
            <p:ph type="title"/>
          </p:nvPr>
        </p:nvSpPr>
        <p:spPr>
          <a:xfrm>
            <a:off x="401444" y="1528532"/>
            <a:ext cx="8381948" cy="208643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 smtClean="0"/>
              <a:t>Vision Transformer</a:t>
            </a:r>
            <a:endParaRPr sz="3600" dirty="0"/>
          </a:p>
        </p:txBody>
      </p:sp>
      <p:sp>
        <p:nvSpPr>
          <p:cNvPr id="331" name="Google Shape;331;p32"/>
          <p:cNvSpPr txBox="1">
            <a:spLocks noGrp="1"/>
          </p:cNvSpPr>
          <p:nvPr>
            <p:ph type="title" idx="2"/>
          </p:nvPr>
        </p:nvSpPr>
        <p:spPr>
          <a:xfrm>
            <a:off x="1512277" y="918861"/>
            <a:ext cx="1226630" cy="83607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4800" dirty="0"/>
              <a:t>04</a:t>
            </a:r>
            <a:endParaRPr sz="4800" dirty="0"/>
          </a:p>
        </p:txBody>
      </p:sp>
      <p:sp>
        <p:nvSpPr>
          <p:cNvPr id="332" name="Google Shape;332;p32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  <p:cxnSp>
        <p:nvCxnSpPr>
          <p:cNvPr id="333" name="Google Shape;333;p32"/>
          <p:cNvCxnSpPr/>
          <p:nvPr/>
        </p:nvCxnSpPr>
        <p:spPr>
          <a:xfrm rot="10800000" flipH="1">
            <a:off x="1720802" y="3388507"/>
            <a:ext cx="5942700" cy="66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334" name="Google Shape;334;p32"/>
          <p:cNvCxnSpPr/>
          <p:nvPr/>
        </p:nvCxnSpPr>
        <p:spPr>
          <a:xfrm rot="10800000" flipH="1">
            <a:off x="1600600" y="1589845"/>
            <a:ext cx="5942700" cy="66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35" name="Google Shape;335;p32"/>
          <p:cNvSpPr/>
          <p:nvPr/>
        </p:nvSpPr>
        <p:spPr>
          <a:xfrm>
            <a:off x="3244800" y="2217963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32"/>
          <p:cNvSpPr/>
          <p:nvPr/>
        </p:nvSpPr>
        <p:spPr>
          <a:xfrm>
            <a:off x="7280500" y="2217963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886314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>
          <a:extLst>
            <a:ext uri="{FF2B5EF4-FFF2-40B4-BE49-F238E27FC236}">
              <a16:creationId xmlns:a16="http://schemas.microsoft.com/office/drawing/2014/main" id="{545B4183-0B6F-4042-B53F-9DD85FDCB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4">
            <a:extLst>
              <a:ext uri="{FF2B5EF4-FFF2-40B4-BE49-F238E27FC236}">
                <a16:creationId xmlns:a16="http://schemas.microsoft.com/office/drawing/2014/main" id="{FCB77F17-DC0C-54C5-54BF-B0EFCF9968D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 dirty="0"/>
          </a:p>
        </p:txBody>
      </p:sp>
      <p:pic>
        <p:nvPicPr>
          <p:cNvPr id="4" name="Picture 3"/>
          <p:cNvPicPr/>
          <p:nvPr/>
        </p:nvPicPr>
        <p:blipFill>
          <a:blip r:embed="rId3"/>
          <a:stretch>
            <a:fillRect/>
          </a:stretch>
        </p:blipFill>
        <p:spPr>
          <a:xfrm>
            <a:off x="1248092" y="869950"/>
            <a:ext cx="6647815" cy="340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2863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>
          <a:extLst>
            <a:ext uri="{FF2B5EF4-FFF2-40B4-BE49-F238E27FC236}">
              <a16:creationId xmlns:a16="http://schemas.microsoft.com/office/drawing/2014/main" id="{305EE3A3-BA02-17E0-B7F5-61D9DE062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4">
            <a:extLst>
              <a:ext uri="{FF2B5EF4-FFF2-40B4-BE49-F238E27FC236}">
                <a16:creationId xmlns:a16="http://schemas.microsoft.com/office/drawing/2014/main" id="{562EFD26-FAAB-9481-CD3A-E1753C11276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 dirty="0"/>
          </a:p>
        </p:txBody>
      </p:sp>
      <p:pic>
        <p:nvPicPr>
          <p:cNvPr id="4" name="Picture 3"/>
          <p:cNvPicPr/>
          <p:nvPr/>
        </p:nvPicPr>
        <p:blipFill>
          <a:blip r:embed="rId3"/>
          <a:stretch>
            <a:fillRect/>
          </a:stretch>
        </p:blipFill>
        <p:spPr>
          <a:xfrm>
            <a:off x="438353" y="824778"/>
            <a:ext cx="3967394" cy="3116580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4"/>
          <a:stretch>
            <a:fillRect/>
          </a:stretch>
        </p:blipFill>
        <p:spPr>
          <a:xfrm>
            <a:off x="4572000" y="824778"/>
            <a:ext cx="4256405" cy="3116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2769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>
          <a:extLst>
            <a:ext uri="{FF2B5EF4-FFF2-40B4-BE49-F238E27FC236}">
              <a16:creationId xmlns:a16="http://schemas.microsoft.com/office/drawing/2014/main" id="{58920519-8A43-A51D-A540-44B000399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4">
            <a:extLst>
              <a:ext uri="{FF2B5EF4-FFF2-40B4-BE49-F238E27FC236}">
                <a16:creationId xmlns:a16="http://schemas.microsoft.com/office/drawing/2014/main" id="{C9E5E366-B00E-D29A-9114-83E7873AD7F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 dirty="0"/>
          </a:p>
        </p:txBody>
      </p:sp>
      <p:pic>
        <p:nvPicPr>
          <p:cNvPr id="4" name="Picture 3"/>
          <p:cNvPicPr/>
          <p:nvPr/>
        </p:nvPicPr>
        <p:blipFill>
          <a:blip r:embed="rId3"/>
          <a:stretch>
            <a:fillRect/>
          </a:stretch>
        </p:blipFill>
        <p:spPr>
          <a:xfrm>
            <a:off x="2619375" y="642937"/>
            <a:ext cx="3905250" cy="385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9480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>
          <a:extLst>
            <a:ext uri="{FF2B5EF4-FFF2-40B4-BE49-F238E27FC236}">
              <a16:creationId xmlns:a16="http://schemas.microsoft.com/office/drawing/2014/main" id="{58920519-8A43-A51D-A540-44B000399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4">
            <a:extLst>
              <a:ext uri="{FF2B5EF4-FFF2-40B4-BE49-F238E27FC236}">
                <a16:creationId xmlns:a16="http://schemas.microsoft.com/office/drawing/2014/main" id="{C9E5E366-B00E-D29A-9114-83E7873AD7F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 dirty="0"/>
          </a:p>
        </p:txBody>
      </p:sp>
      <p:pic>
        <p:nvPicPr>
          <p:cNvPr id="4" name="Picture 3"/>
          <p:cNvPicPr/>
          <p:nvPr/>
        </p:nvPicPr>
        <p:blipFill>
          <a:blip r:embed="rId3"/>
          <a:stretch>
            <a:fillRect/>
          </a:stretch>
        </p:blipFill>
        <p:spPr>
          <a:xfrm>
            <a:off x="2093335" y="494569"/>
            <a:ext cx="4785447" cy="4108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6795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>
          <a:extLst>
            <a:ext uri="{FF2B5EF4-FFF2-40B4-BE49-F238E27FC236}">
              <a16:creationId xmlns:a16="http://schemas.microsoft.com/office/drawing/2014/main" id="{58920519-8A43-A51D-A540-44B000399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4">
            <a:extLst>
              <a:ext uri="{FF2B5EF4-FFF2-40B4-BE49-F238E27FC236}">
                <a16:creationId xmlns:a16="http://schemas.microsoft.com/office/drawing/2014/main" id="{C9E5E366-B00E-D29A-9114-83E7873AD7F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20</a:t>
            </a:fld>
            <a:endParaRPr dirty="0"/>
          </a:p>
        </p:txBody>
      </p:sp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1248092" y="834390"/>
            <a:ext cx="6647815" cy="3474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393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>
          <a:extLst>
            <a:ext uri="{FF2B5EF4-FFF2-40B4-BE49-F238E27FC236}">
              <a16:creationId xmlns:a16="http://schemas.microsoft.com/office/drawing/2014/main" id="{4C03C3CE-9BF6-A445-C045-8260E6A38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2">
            <a:extLst>
              <a:ext uri="{FF2B5EF4-FFF2-40B4-BE49-F238E27FC236}">
                <a16:creationId xmlns:a16="http://schemas.microsoft.com/office/drawing/2014/main" id="{2FDE73C4-D030-2956-2CC3-41D0D5CDAE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1444" y="1528532"/>
            <a:ext cx="8381948" cy="208643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 smtClean="0"/>
              <a:t>Demo</a:t>
            </a:r>
            <a:endParaRPr sz="3600" dirty="0"/>
          </a:p>
        </p:txBody>
      </p:sp>
      <p:sp>
        <p:nvSpPr>
          <p:cNvPr id="331" name="Google Shape;331;p32">
            <a:extLst>
              <a:ext uri="{FF2B5EF4-FFF2-40B4-BE49-F238E27FC236}">
                <a16:creationId xmlns:a16="http://schemas.microsoft.com/office/drawing/2014/main" id="{BB5E79C0-EB2E-3992-1EEC-917103B1072A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512277" y="918861"/>
            <a:ext cx="1226630" cy="83607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4800" dirty="0"/>
              <a:t>05</a:t>
            </a:r>
            <a:endParaRPr sz="4800" dirty="0"/>
          </a:p>
        </p:txBody>
      </p:sp>
      <p:sp>
        <p:nvSpPr>
          <p:cNvPr id="332" name="Google Shape;332;p32">
            <a:extLst>
              <a:ext uri="{FF2B5EF4-FFF2-40B4-BE49-F238E27FC236}">
                <a16:creationId xmlns:a16="http://schemas.microsoft.com/office/drawing/2014/main" id="{BBDFB286-8536-4C1D-2BF7-A870BD93BB6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21</a:t>
            </a:fld>
            <a:endParaRPr/>
          </a:p>
        </p:txBody>
      </p:sp>
      <p:cxnSp>
        <p:nvCxnSpPr>
          <p:cNvPr id="333" name="Google Shape;333;p32">
            <a:extLst>
              <a:ext uri="{FF2B5EF4-FFF2-40B4-BE49-F238E27FC236}">
                <a16:creationId xmlns:a16="http://schemas.microsoft.com/office/drawing/2014/main" id="{273B5EB5-CA56-09D6-525B-BF81D52CC7C1}"/>
              </a:ext>
            </a:extLst>
          </p:cNvPr>
          <p:cNvCxnSpPr/>
          <p:nvPr/>
        </p:nvCxnSpPr>
        <p:spPr>
          <a:xfrm rot="10800000" flipH="1">
            <a:off x="1720802" y="3388507"/>
            <a:ext cx="5942700" cy="66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334" name="Google Shape;334;p32">
            <a:extLst>
              <a:ext uri="{FF2B5EF4-FFF2-40B4-BE49-F238E27FC236}">
                <a16:creationId xmlns:a16="http://schemas.microsoft.com/office/drawing/2014/main" id="{AC86408B-FBAA-2C8D-5470-C0B7B3CC84AB}"/>
              </a:ext>
            </a:extLst>
          </p:cNvPr>
          <p:cNvCxnSpPr/>
          <p:nvPr/>
        </p:nvCxnSpPr>
        <p:spPr>
          <a:xfrm rot="10800000" flipH="1">
            <a:off x="1600600" y="1589845"/>
            <a:ext cx="5942700" cy="66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35" name="Google Shape;335;p32">
            <a:extLst>
              <a:ext uri="{FF2B5EF4-FFF2-40B4-BE49-F238E27FC236}">
                <a16:creationId xmlns:a16="http://schemas.microsoft.com/office/drawing/2014/main" id="{E6DE45BB-6B0A-DA79-C034-ACCCCA13418D}"/>
              </a:ext>
            </a:extLst>
          </p:cNvPr>
          <p:cNvSpPr/>
          <p:nvPr/>
        </p:nvSpPr>
        <p:spPr>
          <a:xfrm>
            <a:off x="3244800" y="2217963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32">
            <a:extLst>
              <a:ext uri="{FF2B5EF4-FFF2-40B4-BE49-F238E27FC236}">
                <a16:creationId xmlns:a16="http://schemas.microsoft.com/office/drawing/2014/main" id="{167EA289-87B0-9E7D-62DE-3CA31B6754E0}"/>
              </a:ext>
            </a:extLst>
          </p:cNvPr>
          <p:cNvSpPr/>
          <p:nvPr/>
        </p:nvSpPr>
        <p:spPr>
          <a:xfrm>
            <a:off x="7280500" y="2217963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23656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>
          <a:extLst>
            <a:ext uri="{FF2B5EF4-FFF2-40B4-BE49-F238E27FC236}">
              <a16:creationId xmlns:a16="http://schemas.microsoft.com/office/drawing/2014/main" id="{4A21321B-2D7C-58FC-CE12-A39B0AAB6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4">
            <a:extLst>
              <a:ext uri="{FF2B5EF4-FFF2-40B4-BE49-F238E27FC236}">
                <a16:creationId xmlns:a16="http://schemas.microsoft.com/office/drawing/2014/main" id="{60DD0A2E-442E-B3D5-4D11-9AA160DEB6A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22</a:t>
            </a:fld>
            <a:endParaRPr dirty="0"/>
          </a:p>
        </p:txBody>
      </p:sp>
      <p:pic>
        <p:nvPicPr>
          <p:cNvPr id="6" name="Picture 5"/>
          <p:cNvPicPr/>
          <p:nvPr/>
        </p:nvPicPr>
        <p:blipFill>
          <a:blip r:embed="rId3"/>
          <a:stretch>
            <a:fillRect/>
          </a:stretch>
        </p:blipFill>
        <p:spPr>
          <a:xfrm>
            <a:off x="1248092" y="1066482"/>
            <a:ext cx="6647815" cy="3010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7514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>
          <a:extLst>
            <a:ext uri="{FF2B5EF4-FFF2-40B4-BE49-F238E27FC236}">
              <a16:creationId xmlns:a16="http://schemas.microsoft.com/office/drawing/2014/main" id="{4A21321B-2D7C-58FC-CE12-A39B0AAB6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4">
            <a:extLst>
              <a:ext uri="{FF2B5EF4-FFF2-40B4-BE49-F238E27FC236}">
                <a16:creationId xmlns:a16="http://schemas.microsoft.com/office/drawing/2014/main" id="{60DD0A2E-442E-B3D5-4D11-9AA160DEB6A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23</a:t>
            </a:fld>
            <a:endParaRPr dirty="0"/>
          </a:p>
        </p:txBody>
      </p:sp>
      <p:pic>
        <p:nvPicPr>
          <p:cNvPr id="4" name="Picture 3"/>
          <p:cNvPicPr/>
          <p:nvPr/>
        </p:nvPicPr>
        <p:blipFill>
          <a:blip r:embed="rId3"/>
          <a:stretch>
            <a:fillRect/>
          </a:stretch>
        </p:blipFill>
        <p:spPr>
          <a:xfrm>
            <a:off x="630525" y="1023505"/>
            <a:ext cx="3667125" cy="3200400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4"/>
          <a:stretch>
            <a:fillRect/>
          </a:stretch>
        </p:blipFill>
        <p:spPr>
          <a:xfrm>
            <a:off x="4998027" y="1273318"/>
            <a:ext cx="3502170" cy="2353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6141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>
          <a:extLst>
            <a:ext uri="{FF2B5EF4-FFF2-40B4-BE49-F238E27FC236}">
              <a16:creationId xmlns:a16="http://schemas.microsoft.com/office/drawing/2014/main" id="{4A21321B-2D7C-58FC-CE12-A39B0AAB6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4">
            <a:extLst>
              <a:ext uri="{FF2B5EF4-FFF2-40B4-BE49-F238E27FC236}">
                <a16:creationId xmlns:a16="http://schemas.microsoft.com/office/drawing/2014/main" id="{60DD0A2E-442E-B3D5-4D11-9AA160DEB6A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24</a:t>
            </a:fld>
            <a:endParaRPr dirty="0"/>
          </a:p>
        </p:txBody>
      </p:sp>
      <p:pic>
        <p:nvPicPr>
          <p:cNvPr id="4" name="Picture 3"/>
          <p:cNvPicPr/>
          <p:nvPr/>
        </p:nvPicPr>
        <p:blipFill>
          <a:blip r:embed="rId3"/>
          <a:stretch>
            <a:fillRect/>
          </a:stretch>
        </p:blipFill>
        <p:spPr>
          <a:xfrm>
            <a:off x="1248092" y="834390"/>
            <a:ext cx="6647815" cy="3474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9429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>
          <a:extLst>
            <a:ext uri="{FF2B5EF4-FFF2-40B4-BE49-F238E27FC236}">
              <a16:creationId xmlns:a16="http://schemas.microsoft.com/office/drawing/2014/main" id="{206EB847-3802-4BA2-AA74-0A9754364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2">
            <a:extLst>
              <a:ext uri="{FF2B5EF4-FFF2-40B4-BE49-F238E27FC236}">
                <a16:creationId xmlns:a16="http://schemas.microsoft.com/office/drawing/2014/main" id="{2D6C590A-F190-F604-B255-D79CD1684E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1444" y="1528532"/>
            <a:ext cx="8381948" cy="208643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4800" dirty="0"/>
              <a:t>Thank you</a:t>
            </a:r>
            <a:endParaRPr sz="4800" dirty="0"/>
          </a:p>
        </p:txBody>
      </p:sp>
      <p:sp>
        <p:nvSpPr>
          <p:cNvPr id="332" name="Google Shape;332;p32">
            <a:extLst>
              <a:ext uri="{FF2B5EF4-FFF2-40B4-BE49-F238E27FC236}">
                <a16:creationId xmlns:a16="http://schemas.microsoft.com/office/drawing/2014/main" id="{0AEA8317-6DBC-6884-CE52-F9D18FEE950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25</a:t>
            </a:fld>
            <a:endParaRPr/>
          </a:p>
        </p:txBody>
      </p:sp>
      <p:cxnSp>
        <p:nvCxnSpPr>
          <p:cNvPr id="333" name="Google Shape;333;p32">
            <a:extLst>
              <a:ext uri="{FF2B5EF4-FFF2-40B4-BE49-F238E27FC236}">
                <a16:creationId xmlns:a16="http://schemas.microsoft.com/office/drawing/2014/main" id="{00F96328-6583-EE2E-2FA8-1D14AC687867}"/>
              </a:ext>
            </a:extLst>
          </p:cNvPr>
          <p:cNvCxnSpPr/>
          <p:nvPr/>
        </p:nvCxnSpPr>
        <p:spPr>
          <a:xfrm rot="10800000" flipH="1">
            <a:off x="1720802" y="3388507"/>
            <a:ext cx="5942700" cy="66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334" name="Google Shape;334;p32">
            <a:extLst>
              <a:ext uri="{FF2B5EF4-FFF2-40B4-BE49-F238E27FC236}">
                <a16:creationId xmlns:a16="http://schemas.microsoft.com/office/drawing/2014/main" id="{038BAEF9-9FFE-1924-A41F-D67E01E89E56}"/>
              </a:ext>
            </a:extLst>
          </p:cNvPr>
          <p:cNvCxnSpPr/>
          <p:nvPr/>
        </p:nvCxnSpPr>
        <p:spPr>
          <a:xfrm rot="10800000" flipH="1">
            <a:off x="1600600" y="1589845"/>
            <a:ext cx="5942700" cy="66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35" name="Google Shape;335;p32">
            <a:extLst>
              <a:ext uri="{FF2B5EF4-FFF2-40B4-BE49-F238E27FC236}">
                <a16:creationId xmlns:a16="http://schemas.microsoft.com/office/drawing/2014/main" id="{81472EF0-F50B-E39D-8AA6-4F0537408FD2}"/>
              </a:ext>
            </a:extLst>
          </p:cNvPr>
          <p:cNvSpPr/>
          <p:nvPr/>
        </p:nvSpPr>
        <p:spPr>
          <a:xfrm>
            <a:off x="3244800" y="2217963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32">
            <a:extLst>
              <a:ext uri="{FF2B5EF4-FFF2-40B4-BE49-F238E27FC236}">
                <a16:creationId xmlns:a16="http://schemas.microsoft.com/office/drawing/2014/main" id="{845DA21F-7001-0DE0-417D-1EA72AF142F1}"/>
              </a:ext>
            </a:extLst>
          </p:cNvPr>
          <p:cNvSpPr/>
          <p:nvPr/>
        </p:nvSpPr>
        <p:spPr>
          <a:xfrm>
            <a:off x="7280500" y="2217963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9560236"/>
      </p:ext>
    </p:extLst>
  </p:cSld>
  <p:clrMapOvr>
    <a:masterClrMapping/>
  </p:clrMapOvr>
</p:sld>
</file>

<file path=ppt/theme/theme1.xml><?xml version="1.0" encoding="utf-8"?>
<a:theme xmlns:a="http://schemas.openxmlformats.org/drawingml/2006/main" name="Elegant Bachelor Thesis by Slidesgo">
  <a:themeElements>
    <a:clrScheme name="Simple Light">
      <a:dk1>
        <a:srgbClr val="5C5C5F"/>
      </a:dk1>
      <a:lt1>
        <a:srgbClr val="D8CEC9"/>
      </a:lt1>
      <a:dk2>
        <a:srgbClr val="927C71"/>
      </a:dk2>
      <a:lt2>
        <a:srgbClr val="FAFAFA"/>
      </a:lt2>
      <a:accent1>
        <a:srgbClr val="C99A7D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3333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781</TotalTime>
  <Words>67</Words>
  <Application>Microsoft Office PowerPoint</Application>
  <PresentationFormat>On-screen Show (16:9)</PresentationFormat>
  <Paragraphs>47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Bebas Neue</vt:lpstr>
      <vt:lpstr>Arial</vt:lpstr>
      <vt:lpstr>Mulish</vt:lpstr>
      <vt:lpstr>Quicksand</vt:lpstr>
      <vt:lpstr>Elegant Bachelor Thesis by Slidesgo</vt:lpstr>
      <vt:lpstr>Báo cáo nhận dạng mẫu Xác định và nhận dạng khuôn mặt  sử dụng mô hình  RetinaFace và Vision Transformer</vt:lpstr>
      <vt:lpstr>Table of contents</vt:lpstr>
      <vt:lpstr>Giới thiệu chủ đề</vt:lpstr>
      <vt:lpstr>PowerPoint Presentation</vt:lpstr>
      <vt:lpstr>Dữ liệu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RetinaFace</vt:lpstr>
      <vt:lpstr>PowerPoint Presentation</vt:lpstr>
      <vt:lpstr>PowerPoint Presentation</vt:lpstr>
      <vt:lpstr>PowerPoint Presentation</vt:lpstr>
      <vt:lpstr>Vision Transformer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Demo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Nhóm 10  Dự đoán bệnh trầm cảm của sinh viên</dc:title>
  <dc:creator>Admin</dc:creator>
  <cp:lastModifiedBy>Admin</cp:lastModifiedBy>
  <cp:revision>49</cp:revision>
  <dcterms:modified xsi:type="dcterms:W3CDTF">2025-10-31T15:19:34Z</dcterms:modified>
</cp:coreProperties>
</file>